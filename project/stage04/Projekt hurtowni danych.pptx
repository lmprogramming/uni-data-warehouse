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FC5259-D95D-4037-B609-31DA83D4458D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8B4CE3-0D44-4C07-90A8-72C114EE772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78930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8B4CE3-0D44-4C07-90A8-72C114EE772D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10159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36C5-394C-3786-5598-950AE7C6D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5B011-6682-9EFE-2ED8-6F3F56D7C5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31E69-9339-74A5-9525-6C4C3E6A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D0931-3B98-E142-71AF-3EA7A549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9447F-7EDD-E52C-8E22-1D9B10E3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54803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97A5-8AA4-3F15-DBEA-5BA719DDA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EF262-4DD7-F4BC-F8CA-1A76C82866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50BDD-09FA-19D9-1B82-554F1C201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B420A-F55C-711F-7A9B-5E9EB987D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5749A-AABE-0D7D-6801-C3731603E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451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A5041-38AA-D99D-CD57-EF99E0C73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F48F23-9CB8-7C0D-6D2B-6886A958E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369EE-D0CD-B25F-57E9-8D40A8B0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4C163-5FCE-D077-857C-27C9B400C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A1739-046B-41B3-29F4-A66C7705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4502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01D4-99C0-79DF-1102-5F41E91A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DB354-A528-E214-618B-F22D889AA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F363B-B43C-AA07-025B-BD170B17E6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66F8B-7649-32D8-496E-1966772B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EDC7AD-FA36-6393-4F98-C700BD105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A083F-D041-E071-03D3-A3C9AFC74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87313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F754-FD14-7B68-6848-290F9CAD6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919FE0-D218-8C07-14AE-B5FEC1D0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9C5F30-624F-5B9F-ED29-1F599BDE7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47016-75B1-C4D6-4959-DD39667FD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4928CF-2CE0-7388-5352-957B05329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0A582C-F944-CE66-9F74-A7562033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39370-3066-CADA-07FE-5DD4B50C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6E49A-7AD9-0A91-78D1-AD10636E1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2053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71D92-0ADB-A474-2366-45DD0FE46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64051-8DF0-3AC7-AC47-6A34B9F9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F7977F-D65A-4B9B-9444-9C7A4A630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3F10DF-C351-FC16-7685-CE2418E3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69529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84A1A-EF8A-0730-D467-F0705D01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8C157E-8E32-D428-121F-3A83F608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12851-2AE8-796B-945B-DEC6CFC9A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0988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9245-47F3-632C-523F-4D6385AB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8D6A4-4C0D-6A9D-F383-B0FD0617A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E3C46-06A7-39A6-A050-71F99FEE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16900E-B27C-4009-F0F6-31F8D492A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4AAD9-A269-09F5-80A0-7F14460C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F55C2-32E3-48F0-8F1F-5F959AC0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2118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D988A-3FF7-EA74-9DAD-F50202EF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A85FD-74B6-3BEA-ABEB-C0EB64757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AAE2BF-5F62-F548-84B6-EADE427C5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178AA-0D5D-75AA-7D98-016109442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FFFD9-BC17-F0AF-EEDF-D9E9B1F99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4D3575-0C4D-DA76-C1DC-8BEA394EB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104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35ECC-85DC-06BA-272B-FB41694A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638BC-0E82-906B-E351-98490EBC10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3139A-9C6C-A472-2922-297A0A956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4F8FF-099F-4664-62CC-9E1D4104E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4D1BAC-A434-67FC-7CB2-3CE3B656D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7060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8E8DE1-922A-8285-63DD-23079BD5E3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D0AEDF-A663-085B-3507-47E662AE0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CEE52-4937-FEB4-5182-1C84806D8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17431-01DD-D3A4-F642-84EF0F9A0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2701A-C98E-89D2-40EA-530E35C55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28256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9B8832-9471-7B7A-5F76-DC827E1BD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F2BD57-C3D2-0072-C68E-6A9943612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1CC54-B16C-CBDD-1877-B408D185B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C7235-652F-4A32-8A05-1D6E576AF44B}" type="datetimeFigureOut">
              <a:rPr lang="pl-PL" smtClean="0"/>
              <a:t>15.06.2025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001244-E46A-865A-39CB-17D25CC6E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231E7-9721-622E-AF30-C6F86EEBA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DA05AC-BC01-457B-BC87-EC2A2306E8D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757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rgast.com/mrd/" TargetMode="External"/><Relationship Id="rId2" Type="http://schemas.openxmlformats.org/officeDocument/2006/relationships/hyperlink" Target="https://www.kaggle.com/datasets/rohanrao/formula-1-world-championship-1950-2020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quantumkaze/f1-weather-dataset-2018-2023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8E7AF6-291C-040E-AC74-C5ED80589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pl-PL" sz="4100">
                <a:solidFill>
                  <a:srgbClr val="FFFFFF"/>
                </a:solidFill>
              </a:rPr>
              <a:t>Projekt hurtowni danych: analiza wyników i czynników wpływających na osiągnięcia kierowców Formuły 1 w latach 1950-2023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5D2F8-1593-284F-4FBB-7E617B36A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lvl="0" algn="r">
              <a:buSzPts val="1400"/>
            </a:pPr>
            <a:r>
              <a:rPr lang="pl-PL">
                <a:solidFill>
                  <a:srgbClr val="FFFFFF"/>
                </a:solidFill>
              </a:rPr>
              <a:t>Mikołaj Kubś 272662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3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2B74C2-BD7E-1984-AAD6-45392618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pl-PL" sz="4000">
                <a:solidFill>
                  <a:srgbClr val="FFFFFF"/>
                </a:solidFill>
              </a:rPr>
              <a:t>Opis danych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D9ED3-3C81-637C-3C7C-D36FBAC25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pl-PL" sz="2000"/>
              <a:t>Zbiór danych został pobrany ze </a:t>
            </a:r>
            <a:r>
              <a:rPr lang="pl-PL" sz="2000">
                <a:hlinkClick r:id="rId2"/>
              </a:rPr>
              <a:t>strony kaggle</a:t>
            </a:r>
            <a:r>
              <a:rPr lang="pl-PL" sz="2000"/>
              <a:t> </a:t>
            </a:r>
            <a:r>
              <a:rPr lang="en-US" sz="2000"/>
              <a:t>Formula 1 World Championship (1950 - 2024)</a:t>
            </a:r>
            <a:r>
              <a:rPr lang="pl-PL" sz="2000"/>
              <a:t>. Sam zbiór danych powstał na podstawie danych ze strony </a:t>
            </a:r>
            <a:r>
              <a:rPr lang="pl-PL" sz="2000">
                <a:hlinkClick r:id="rId3"/>
              </a:rPr>
              <a:t>http://ergast.com/mrd/</a:t>
            </a:r>
            <a:r>
              <a:rPr lang="pl-PL" sz="2000"/>
              <a:t>.</a:t>
            </a:r>
          </a:p>
          <a:p>
            <a:r>
              <a:rPr lang="pl-PL" sz="2000"/>
              <a:t>Zbiór obejmuje wyścigi, ich rezultaty, kierowców, konstruktorów, czasy okrążeń, czasy pit stopów czy kwalifikacje.</a:t>
            </a:r>
          </a:p>
          <a:p>
            <a:r>
              <a:rPr lang="pl-PL" sz="2000"/>
              <a:t>Dodatkowo został wykorzystany </a:t>
            </a:r>
            <a:r>
              <a:rPr lang="pl-PL" sz="2000">
                <a:hlinkClick r:id="rId4"/>
              </a:rPr>
              <a:t>zbiór danych dla pogody</a:t>
            </a:r>
            <a:r>
              <a:rPr lang="pl-PL" sz="2000"/>
              <a:t> (F1 Weather Dataset 2018-2023), rozszerzający możliwe analizy.</a:t>
            </a:r>
          </a:p>
          <a:p>
            <a:r>
              <a:rPr lang="pl-PL" sz="2000"/>
              <a:t>Format: 14 plików .csv (ostatecznie użytych 7 z nich)</a:t>
            </a:r>
            <a:endParaRPr lang="en-US" sz="2000"/>
          </a:p>
          <a:p>
            <a:endParaRPr lang="pl-PL" sz="2000"/>
          </a:p>
        </p:txBody>
      </p:sp>
    </p:spTree>
    <p:extLst>
      <p:ext uri="{BB962C8B-B14F-4D97-AF65-F5344CB8AC3E}">
        <p14:creationId xmlns:p14="http://schemas.microsoft.com/office/powerpoint/2010/main" val="341470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2B4D0-960E-2216-B658-9D4B96187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Schemat hurtowni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606CA3-59F0-A2C0-BC94-FD8C306BE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521" y="467208"/>
            <a:ext cx="5227562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20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28CC5-13D2-3546-C230-BDE648B4B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176" y="457200"/>
            <a:ext cx="1051964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5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7AC8F-24D0-1AE5-670D-5A86C65B6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6CA2B1-6E69-837F-9EF5-8131856DE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52" y="457200"/>
            <a:ext cx="1033669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76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2B5E24-2DD6-6588-866E-2C728D65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FC5F7-B34B-8D39-A3BD-2F1B292E0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082" y="457200"/>
            <a:ext cx="970383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98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47B1F-B4A8-D109-BC3B-D788F754D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53C25-4051-390A-2A84-580528F81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9600"/>
            <a:ext cx="11277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6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109</Words>
  <Application>Microsoft Office PowerPoint</Application>
  <PresentationFormat>Widescreen</PresentationFormat>
  <Paragraphs>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Projekt hurtowni danych: analiza wyników i czynników wpływających na osiągnięcia kierowców Formuły 1 w latach 1950-2023</vt:lpstr>
      <vt:lpstr>Opis danych</vt:lpstr>
      <vt:lpstr>Schemat hurtowni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Kubś (272662)</dc:creator>
  <cp:lastModifiedBy>Mikołaj Kubś (272662)</cp:lastModifiedBy>
  <cp:revision>7</cp:revision>
  <dcterms:created xsi:type="dcterms:W3CDTF">2025-06-15T15:59:49Z</dcterms:created>
  <dcterms:modified xsi:type="dcterms:W3CDTF">2025-06-15T16:36:44Z</dcterms:modified>
</cp:coreProperties>
</file>